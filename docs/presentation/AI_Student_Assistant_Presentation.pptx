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Quiz Score %</c:v>
                </c:pt>
              </c:strCache>
            </c:strRef>
          </c:tx>
          <c:spPr>
            <a:solidFill>
              <a:srgbClr val="4F46E5"/>
            </a:solidFill>
            <a:ln w="25400" cap="flat">
              <a:solidFill>
                <a:srgbClr val="4F46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4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46E5"/>
              </a:solidFill>
              <a:ln w="9525" cap="flat">
                <a:solidFill>
                  <a:srgbClr val="4F46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Wk1</c:v>
                  </c:pt>
                  <c:pt idx="1">
                    <c:v>Wk2</c:v>
                  </c:pt>
                  <c:pt idx="2">
                    <c:v>Wk3</c:v>
                  </c:pt>
                  <c:pt idx="3">
                    <c:v>Wk4</c:v>
                  </c:pt>
                  <c:pt idx="4">
                    <c:v>Wk5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67</c:v>
                </c:pt>
                <c:pt idx="2">
                  <c:v>72</c:v>
                </c:pt>
                <c:pt idx="3">
                  <c:v>80</c:v>
                </c:pt>
                <c:pt idx="4">
                  <c:v>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B4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Attendance %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DSA</c:v>
                  </c:pt>
                  <c:pt idx="1">
                    <c:v>OS</c:v>
                  </c:pt>
                  <c:pt idx="2">
                    <c:v>DBMS</c:v>
                  </c:pt>
                  <c:pt idx="3">
                    <c:v>CN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71</c:v>
                </c:pt>
                <c:pt idx="2">
                  <c:v>90</c:v>
                </c:pt>
                <c:pt idx="3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B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103120"/>
            <a:ext cx="6400800" cy="64008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7225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48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621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POWERED STUDENT ASSISTANT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Generative AI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GTU BE Semester 7 — Mini Project  |  MERN Stack + Google Gemini 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Jay  •  B.E. Computer / IT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Study Tools Are Fragmented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EEF2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Notes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across drives and apps, never summarized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24028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0" y="2971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Material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342900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 &amp; flashcards made manually, if at all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224028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EE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2971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Doubt Solving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42900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tutor connected to actual course notes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52560" y="19202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0" y="224028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EEF2FF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26880" y="2971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0" y="342900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&amp; deadlines managed in separate apps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students lose time switching tools instead of studying.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Sets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80136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role-based authentication (student / admin) with JWT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1874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80136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PDF note summarization using Generative AI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5292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MCQ quizzes and flashcards from notes or topics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35040" y="29260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85292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 assistant with persistent chat history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90448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tracking with subject-wise percentage alerts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35040" y="397764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390448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deadline reminders with status workflow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029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9560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weekly study planner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35040" y="50292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5029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49560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Unified, visual progress dashboard with Chart.js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MERN Stack + Gemini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3108960"/>
          </a:xfrm>
          <a:prstGeom prst="roundRect">
            <a:avLst>
              <a:gd name="adj" fmla="val 5091"/>
            </a:avLst>
          </a:prstGeom>
          <a:solidFill>
            <a:srgbClr val="27225E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77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2057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29000" y="2103120"/>
            <a:ext cx="2514600" cy="3108960"/>
          </a:xfrm>
          <a:prstGeom prst="roundRect">
            <a:avLst>
              <a:gd name="adj" fmla="val 5091"/>
            </a:avLst>
          </a:prstGeom>
          <a:solidFill>
            <a:srgbClr val="27225E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377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0" y="2971800"/>
            <a:ext cx="2057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2514600" cy="3108960"/>
          </a:xfrm>
          <a:prstGeom prst="roundRect">
            <a:avLst>
              <a:gd name="adj" fmla="val 5091"/>
            </a:avLst>
          </a:prstGeom>
          <a:solidFill>
            <a:srgbClr val="27225E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377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2971800"/>
            <a:ext cx="2057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 ODM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06840" y="2103120"/>
            <a:ext cx="2514600" cy="3108960"/>
          </a:xfrm>
          <a:prstGeom prst="roundRect">
            <a:avLst>
              <a:gd name="adj" fmla="val 5091"/>
            </a:avLst>
          </a:prstGeom>
          <a:solidFill>
            <a:srgbClr val="27225E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377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235440" y="2971800"/>
            <a:ext cx="2057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API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(Generative AI)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Deployment-ready: MongoDB Atlas + Render/Railway (API) + Vercel/Netlify (Frontend)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834640" cy="1463040"/>
          </a:xfrm>
          <a:prstGeom prst="roundRect">
            <a:avLst>
              <a:gd name="adj" fmla="val 8750"/>
            </a:avLst>
          </a:prstGeom>
          <a:solidFill>
            <a:srgbClr val="F3F4F6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SPA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(Vite + Tailwind CSS)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02152" y="269748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2194560"/>
            <a:ext cx="2834640" cy="1463040"/>
          </a:xfrm>
          <a:prstGeom prst="roundRect">
            <a:avLst>
              <a:gd name="adj" fmla="val 8750"/>
            </a:avLst>
          </a:prstGeom>
          <a:solidFill>
            <a:srgbClr val="F3F4F6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Tier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27889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 REST API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(Node.js)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25512" y="269748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0" y="2194560"/>
            <a:ext cx="2834640" cy="1463040"/>
          </a:xfrm>
          <a:prstGeom prst="roundRect">
            <a:avLst>
              <a:gd name="adj" fmla="val 8750"/>
            </a:avLst>
          </a:prstGeom>
          <a:solidFill>
            <a:srgbClr val="F3F4F6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AI Tier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869680" y="27889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 +  Gemini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Layering (MVC-inspired)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553712"/>
            <a:ext cx="164592" cy="1645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→ Controller mapping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010912"/>
            <a:ext cx="164592" cy="1645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(JWT), validation, error handling, uploads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468112"/>
            <a:ext cx="164592" cy="1645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for all 17 features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925312"/>
            <a:ext cx="164592" cy="1645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 schemas with validation &amp; hashing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Features in One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74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&amp; Registration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8745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874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 Assistant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874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Notes Upload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778240" y="18745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8915400" y="1874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Notes Summarizer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614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Generator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91840" y="2761488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27614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 Generator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2761488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7614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Planner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78240" y="2761488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19" name="Text 17"/>
          <p:cNvSpPr/>
          <p:nvPr/>
        </p:nvSpPr>
        <p:spPr>
          <a:xfrm>
            <a:off x="8915400" y="27614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Dashboard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48456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48456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Tracker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91840" y="3648456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648456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Reminder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3648456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3648456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/ Light Mode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778240" y="3648456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8915400" y="3648456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UI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535424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535424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91840" y="4535424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4535424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Profile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035040" y="4535424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4535424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History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778240" y="4535424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35" name="Text 33"/>
          <p:cNvSpPr/>
          <p:nvPr/>
        </p:nvSpPr>
        <p:spPr>
          <a:xfrm>
            <a:off x="8915400" y="4535424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Notes as PDF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422392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5422392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Friendly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INTEGRATION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Features Work — A Consistent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2514600" cy="2651760"/>
          </a:xfrm>
          <a:prstGeom prst="roundRect">
            <a:avLst>
              <a:gd name="adj" fmla="val 5091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 Source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PDF text (pdf-parse) or a user-typed topic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27248" y="310896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64992" y="2103120"/>
            <a:ext cx="2514600" cy="2651760"/>
          </a:xfrm>
          <a:prstGeom prst="roundRect">
            <a:avLst>
              <a:gd name="adj" fmla="val 5091"/>
            </a:avLst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3593592" y="23317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93592" y="2971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Prompt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34290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Feature-specific template requests strict JSON output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97880" y="310896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35624" y="2103120"/>
            <a:ext cx="2514600" cy="2651760"/>
          </a:xfrm>
          <a:prstGeom prst="roundRect">
            <a:avLst>
              <a:gd name="adj" fmla="val 5091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364224" y="23317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64224" y="2971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Gemini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64224" y="34290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generateText() helper — one AI client for all features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68512" y="310896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06256" y="2103120"/>
            <a:ext cx="2514600" cy="2651760"/>
          </a:xfrm>
          <a:prstGeom prst="roundRect">
            <a:avLst>
              <a:gd name="adj" fmla="val 5091"/>
            </a:avLst>
          </a:prstGeom>
          <a:solidFill>
            <a:srgbClr val="F3F4F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34856" y="23317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9134856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34856" y="2971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&amp; Save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34856" y="34290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parsed, validated, persisted to MongoDB, returned to client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independently to: Notes Summarizer  •  Quiz Generator  •  Flashcard Generator  •  AI Study Planner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Collections (Document Model)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848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role, profile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9202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0848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text, AI summary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9202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848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messages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0" y="19202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20848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quizzes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questions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02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flashcarddecks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cards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33375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502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studytasks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3931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entries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35040" y="33375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502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3931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+ status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78240" y="33375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3502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0" y="3931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 + status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760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feature collection is scoped by a `user` reference — enforced in every query for per-user data isolation.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7225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47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8745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tokens, verified on every protected route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80760" y="196596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7225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1947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18745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Password Hashing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salt rounds; password never returned by API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01752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7225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999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9260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Data Scoping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query filtered by req.user._id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80760" y="301752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7225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999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29260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adminOnly middleware guards admin routes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40690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7225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507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776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req / 15 min per client via express-rate-limit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80760" y="40690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7225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40507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39776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express-validator on all write endpoints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94360" y="51206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7225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5102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50292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Headers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helmet middleware on every response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80760" y="51206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7225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5102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50292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 Filtering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Multer restricts uploads to PDF only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Dashboard — Data-Driven Study Insights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Quiz Score Trend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55778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Attendance by Subject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400800" y="2194560"/>
          <a:ext cx="5212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charts rendered live in-app with Chart.js, driven by an aggregated /api/dashboard endpoint.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202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9202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4340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 Assistant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2440" y="17830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9202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09244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Summarizer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6118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490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4360" y="4709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Generator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36118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37490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43400" y="4709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Planner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36118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37490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092440" y="4709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live screenshots here after running the app locally — see docs/SCREENSHOTS.md for the full capture checklist.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201168" cy="20116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928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Voice-based AI interaction (speech-to-text / text-to-speech)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011680"/>
            <a:ext cx="201168" cy="20116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8928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notes &amp; chat support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063240"/>
            <a:ext cx="201168" cy="20116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443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collaborative study rooms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3063240"/>
            <a:ext cx="201168" cy="20116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9443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support for handwritten notes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114800"/>
            <a:ext cx="201168" cy="20116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99592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Spaced-repetition flashcard scheduling (SM-2)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4114800"/>
            <a:ext cx="201168" cy="20116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99592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integration (Google Classroom / Moodle)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5166360"/>
            <a:ext cx="201168" cy="20116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04748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mobile app (React Native)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5166360"/>
            <a:ext cx="201168" cy="20116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504748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/ RAG-based note Q&amp;A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27225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Powered Student Assistant using Generative AI  •  GTU BE Semester 7 Mini Project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2026-08-07T03:36:23Z</dcterms:created>
  <dcterms:modified xsi:type="dcterms:W3CDTF">2026-08-07T03:36:23Z</dcterms:modified>
</cp:coreProperties>
</file>